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051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9208" y="3583914"/>
            <a:ext cx="8341568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Student Name –</a:t>
            </a:r>
            <a:r>
              <a:rPr lang="en-US" sz="1800" b="0" dirty="0">
                <a:solidFill>
                  <a:srgbClr val="42B051"/>
                </a:solidFill>
              </a:rPr>
              <a:t>Mavalluru Sohith</a:t>
            </a:r>
            <a:endParaRPr lang="en-IN" sz="1800" b="0" dirty="0">
              <a:solidFill>
                <a:srgbClr val="42B05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College Name -</a:t>
            </a:r>
            <a:r>
              <a:rPr lang="en-US" sz="1800" b="0" dirty="0">
                <a:solidFill>
                  <a:srgbClr val="42B051"/>
                </a:solidFill>
              </a:rPr>
              <a:t>Sri Venkateswara College of Engineering, Tirupati</a:t>
            </a:r>
            <a:endParaRPr lang="en-IN" sz="1800" b="0" dirty="0">
              <a:solidFill>
                <a:srgbClr val="42B051"/>
              </a:solidFill>
            </a:endParaRPr>
          </a:p>
          <a:p>
            <a:endParaRPr lang="en-IN" sz="1600" b="0" dirty="0">
              <a:solidFill>
                <a:schemeClr val="tx1"/>
              </a:solidFill>
            </a:endParaRPr>
          </a:p>
          <a:p>
            <a:endParaRPr lang="en-IN" sz="16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33" y="2844750"/>
            <a:ext cx="11308702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GB" sz="3200" dirty="0">
                <a:solidFill>
                  <a:srgbClr val="42B051"/>
                </a:solidFill>
              </a:rPr>
              <a:t>Seasonal Agriculture Performance Analysis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429209" y="4576469"/>
            <a:ext cx="726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STU6a6772ab68e381785164459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959" y="1340528"/>
            <a:ext cx="8612155" cy="53244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IN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 marL="228600" indent="-228600">
              <a:buFont typeface="Arial"/>
              <a:buChar char="•"/>
            </a:pPr>
            <a:r>
              <a:rPr lang="en-IN" dirty="0"/>
              <a:t>However, raw agricultural data does not clearly explain how agricultural performance changes across seasons or what patterns can be observed in different seasonal conditions. </a:t>
            </a:r>
          </a:p>
          <a:p>
            <a:pPr marL="228600" indent="-228600">
              <a:buFont typeface="Arial"/>
              <a:buChar char="•"/>
            </a:pPr>
            <a:r>
              <a:rPr lang="en-IN" dirty="0"/>
              <a:t>The problem is to </a:t>
            </a:r>
            <a:r>
              <a:rPr lang="en-IN" dirty="0" err="1"/>
              <a:t>analyze</a:t>
            </a:r>
            <a:r>
              <a:rPr lang="en-IN" dirty="0"/>
              <a:t> the given agricultural dataset and investigate seasonal differences in agricultural performance by identifying meaningful patterns, trends, relationships and variations within the available data. </a:t>
            </a:r>
            <a:endParaRPr b="0" i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745" y="2837528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sz="3000"/>
              <a:t>Project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399" y="1750000"/>
            <a:ext cx="79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600" b="0" i="0"/>
              <a:t>Domain: Agriculture | Theme: Seasonal Agriculture Performance | Type: Data Analytics project (no ML/dashboard).</a:t>
            </a:r>
          </a:p>
          <a:p>
            <a:pPr marL="228600" indent="-228600">
              <a:buFont typeface="Arial"/>
              <a:buChar char="•"/>
            </a:pPr>
            <a:r>
              <a:rPr sz="1600" b="0" i="0"/>
              <a:t>Dataset: 4,000 farm-level records across 8 Indian states, 8 crops and 3 seasons (Kharif, Rabi, Zaid), covering environmental conditions, farming practices, resource usage and economic outcomes.</a:t>
            </a:r>
          </a:p>
          <a:p>
            <a:pPr marL="228600" indent="-228600">
              <a:buFont typeface="Arial"/>
              <a:buChar char="•"/>
            </a:pPr>
            <a:r>
              <a:rPr sz="1600" b="0" i="0"/>
              <a:t>Approach: data cleaning (duplicate removal, median imputation for missing values), descriptive statistics, outlier analysis, and univariate, bivariate and multivariate visual analysis.</a:t>
            </a:r>
          </a:p>
          <a:p>
            <a:pPr marL="228600" indent="-228600">
              <a:buFont typeface="Arial"/>
              <a:buChar char="•"/>
            </a:pPr>
            <a:r>
              <a:rPr sz="1600" b="0" i="0"/>
              <a:t>Goal: compare agricultural performance across seasons and identify the crop, irrigation and resource-use patterns that drive yield, profit and water efficiency.</a:t>
            </a:r>
          </a:p>
          <a:p>
            <a:pPr marL="228600" indent="-228600">
              <a:buFont typeface="Arial"/>
              <a:buChar char="•"/>
            </a:pPr>
            <a:r>
              <a:rPr sz="1600" b="0" i="0"/>
              <a:t>Output: a fully documented Jupyter Notebook with evidence-based insights and recommendations for season-specific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sz="1800" b="0" i="0"/>
              <a:t>Farmers and farmer cooperatives planning crop and irrigation choices season-by-season.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Agricultural extension officers and state agriculture departments issuing seasonal advisories.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Irrigation and water-resource planning agencies managing seasonal water allocation.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Agri-business and agri-finance organizations assessing seasonal crop profitability and risk.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Researchers, students and policy planners studying seasonal agricultural trends.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00000" y="1432560"/>
            <a:ext cx="7500000" cy="5243448"/>
          </a:xfrm>
        </p:spPr>
        <p:txBody>
          <a:bodyPr/>
          <a:lstStyle/>
          <a:p>
            <a:pPr marL="228600" indent="-228600">
              <a:buFont typeface="Arial"/>
              <a:buChar char="•"/>
            </a:pPr>
            <a:r>
              <a:rPr sz="1800" b="0" i="0"/>
              <a:t>Python 3 — core programming language for the analysis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Pandas &amp; NumPy — data loading, cleaning and aggregation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Matplotlib &amp; Seaborn — univariate, bivariate and multivariate visualizations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Google Colab / Jupyter Notebook — development and documentation environment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CSV dataset — Seasonal Agriculture Performance dataset (4,000 records, 28 columns)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260000"/>
            <a:ext cx="10800000" cy="5500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1500" b="0" i="1"/>
              <a:t>Kharif accounts for 44.5% of all records — the largest share among the three seasons.</a:t>
            </a:r>
          </a:p>
        </p:txBody>
      </p:sp>
      <p:pic>
        <p:nvPicPr>
          <p:cNvPr id="31" name="Picture 30" descr="01_seas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950000"/>
            <a:ext cx="5400000" cy="3805714"/>
          </a:xfrm>
          <a:prstGeom prst="rect">
            <a:avLst/>
          </a:prstGeom>
        </p:spPr>
      </p:pic>
      <p:pic>
        <p:nvPicPr>
          <p:cNvPr id="32" name="Picture 31" descr="04_season_p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811" y="1950000"/>
            <a:ext cx="4274377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260000"/>
            <a:ext cx="10800000" cy="550000"/>
          </a:xfrm>
        </p:spPr>
        <p:txBody>
          <a:bodyPr wrap="square"/>
          <a:lstStyle/>
          <a:p>
            <a:pPr marL="0" indent="0">
              <a:buNone/>
            </a:pPr>
            <a:r>
              <a:rPr sz="1500" b="0" i="1"/>
              <a:t>Yield and profit are both heavily right-skewed — most farms cluster at low values with a long tail of high performers.</a:t>
            </a:r>
          </a:p>
        </p:txBody>
      </p:sp>
      <p:pic>
        <p:nvPicPr>
          <p:cNvPr id="31" name="Picture 30" descr="02_yield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950000"/>
            <a:ext cx="5400000" cy="3319361"/>
          </a:xfrm>
          <a:prstGeom prst="rect">
            <a:avLst/>
          </a:prstGeom>
        </p:spPr>
      </p:pic>
      <p:pic>
        <p:nvPicPr>
          <p:cNvPr id="32" name="Picture 31" descr="03_profit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950000"/>
            <a:ext cx="5400000" cy="331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260000"/>
            <a:ext cx="10800000" cy="550000"/>
          </a:xfrm>
        </p:spPr>
        <p:txBody>
          <a:bodyPr wrap="square"/>
          <a:lstStyle/>
          <a:p>
            <a:pPr marL="0" indent="0">
              <a:buNone/>
            </a:pPr>
            <a:r>
              <a:rPr sz="1500" b="0" i="1"/>
              <a:t>Kharif records the highest average yield (5.63 t/ha) and profit (₹1.79L); Zaid records a net average loss.</a:t>
            </a:r>
          </a:p>
        </p:txBody>
      </p:sp>
      <p:pic>
        <p:nvPicPr>
          <p:cNvPr id="31" name="Picture 30" descr="05_avg_yield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950000"/>
            <a:ext cx="5400000" cy="3319361"/>
          </a:xfrm>
          <a:prstGeom prst="rect">
            <a:avLst/>
          </a:prstGeom>
        </p:spPr>
      </p:pic>
      <p:pic>
        <p:nvPicPr>
          <p:cNvPr id="32" name="Picture 31" descr="06_avg_profit_sea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950000"/>
            <a:ext cx="5400000" cy="331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260000"/>
            <a:ext cx="10800000" cy="550000"/>
          </a:xfrm>
        </p:spPr>
        <p:txBody>
          <a:bodyPr wrap="square"/>
          <a:lstStyle/>
          <a:p>
            <a:pPr marL="0" indent="0">
              <a:buNone/>
            </a:pPr>
            <a:r>
              <a:rPr sz="1500" b="0" i="1"/>
              <a:t>Yield correlates strongly with water efficiency, but only weakly with farm area and rainfall.</a:t>
            </a:r>
          </a:p>
        </p:txBody>
      </p:sp>
      <p:pic>
        <p:nvPicPr>
          <p:cNvPr id="31" name="Picture 30" descr="07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791" y="1950000"/>
            <a:ext cx="5514418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260000"/>
            <a:ext cx="10800000" cy="550000"/>
          </a:xfrm>
        </p:spPr>
        <p:txBody>
          <a:bodyPr wrap="square"/>
          <a:lstStyle/>
          <a:p>
            <a:pPr marL="0" indent="0">
              <a:buNone/>
            </a:pPr>
            <a:r>
              <a:rPr sz="1500" b="0" i="1"/>
              <a:t>Student-driven analysis: Drip irrigation gives the best yield; Sugarcane dominates average profit by crop.</a:t>
            </a:r>
          </a:p>
        </p:txBody>
      </p:sp>
      <p:pic>
        <p:nvPicPr>
          <p:cNvPr id="31" name="Picture 30" descr="08_irrigati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950000"/>
            <a:ext cx="5400000" cy="2944897"/>
          </a:xfrm>
          <a:prstGeom prst="rect">
            <a:avLst/>
          </a:prstGeom>
        </p:spPr>
      </p:pic>
      <p:pic>
        <p:nvPicPr>
          <p:cNvPr id="32" name="Picture 31" descr="09_profit_by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950000"/>
            <a:ext cx="5400000" cy="264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5957" y="1900000"/>
            <a:ext cx="79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800" b="0" i="0"/>
              <a:t>Extend the analysis to additional states, districts and crop varieties as more seasonal data becomes available.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Incorporate live weather-forecast data to move from historical seasonal analysis toward short-term seasonal advisories.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Build a machine-learning yield-prediction model on top of this seasonal, crop and irrigation analysis.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Develop a seasonal farm-advisory dashboard for extension officers, based on the insights from this study.</a:t>
            </a:r>
          </a:p>
          <a:p>
            <a:pPr marL="228600" indent="-228600">
              <a:buFont typeface="Arial"/>
              <a:buChar char="•"/>
            </a:pPr>
            <a:r>
              <a:rPr sz="1800" b="0" i="0"/>
              <a:t>Study causal factors behind Zaid-season losses through targeted field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5957" y="2400000"/>
            <a:ext cx="790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800" b="1" i="0" dirty="0"/>
              <a:t>GitHub Repository:</a:t>
            </a:r>
          </a:p>
          <a:p>
            <a:r>
              <a:rPr lang="en-IN" sz="1600" dirty="0"/>
              <a:t>https://github.com/sohith170905/seasonal-agriculture-performance-analysis</a:t>
            </a:r>
            <a:endParaRPr sz="1600" b="0" i="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23448" y="2406684"/>
            <a:ext cx="79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sz="1800" b="0" i="0" dirty="0"/>
          </a:p>
        </p:txBody>
      </p:sp>
      <p:pic>
        <p:nvPicPr>
          <p:cNvPr id="25" name="Picture 24" descr="cert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81" y="1300000"/>
            <a:ext cx="7067352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3200000" y="2300000"/>
            <a:ext cx="580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200" b="1" i="0" dirty="0"/>
              <a:t>Mavalluru </a:t>
            </a:r>
            <a:r>
              <a:rPr sz="2200" b="1" i="0" dirty="0"/>
              <a:t>Sohith</a:t>
            </a:r>
          </a:p>
          <a:p>
            <a:pPr marL="0" indent="0" algn="ctr">
              <a:buNone/>
            </a:pPr>
            <a:r>
              <a:rPr sz="1600" b="0" i="0" dirty="0" err="1"/>
              <a:t>B.Tech</a:t>
            </a:r>
            <a:r>
              <a:rPr sz="1600" b="0" i="0" dirty="0"/>
              <a:t> CSE, Sri Venkateswara College of Engineering, Tirupati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577</TotalTime>
  <Words>588</Words>
  <Application>Microsoft Office PowerPoint</Application>
  <PresentationFormat>Widescreen</PresentationFormat>
  <Paragraphs>50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 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Mavalluru Sohith</cp:lastModifiedBy>
  <cp:revision>99</cp:revision>
  <dcterms:created xsi:type="dcterms:W3CDTF">2021-07-11T13:13:15Z</dcterms:created>
  <dcterms:modified xsi:type="dcterms:W3CDTF">2026-09-07T09:17:21Z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